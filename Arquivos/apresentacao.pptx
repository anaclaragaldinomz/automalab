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strument Sans Medium"/>
      <p:regular r:id="rId201314"/>
    </p:embeddedFont>
    <p:embeddedFont>
      <p:font typeface="Instrument Sans SemiBold"/>
      <p:regular r:id="rId201315"/>
    </p:embeddedFont>
    <p:embeddedFont>
      <p:font typeface="Instrument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6427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AutomaLab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930525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Sistema Integrado de Automação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368647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Projeto de automação de tarefas administrativas — Grupos 1, 2 e 3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Disciplina: Administração de Sistemas Operacionais II · Técnico em Informática · Módulo III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1455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 que é o AutomaLab?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599208"/>
            <a:ext cx="5789666" cy="277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AutomaLab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é um projeto colaborativo que constrói um pequeno — porém completo — sistema de automação de tarefas administrativas no Windows. A jornada começa nos comandos básicos do 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Prompt de Comando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 scripts 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.bat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 evolui progressivamente até um 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painel web moderno</a:t>
            </a:r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(HTML/CSS/JavaScript) que se comunica com um servidor Python (Flask) para gerar e executar esses scripts automaticamente.</a:t>
            </a:r>
            <a:endParaRPr lang="en-US" sz="13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objetivo central é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eliminar tarefas repetitivas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do cotidiano do administrador de sistemas: organizar arquivos, realizar backups, monitorar recursos, limpar temporários e consolidar relatórios — tudo com poucos cliques, sem abrir o terminal manualmente.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4545013"/>
            <a:ext cx="5789666" cy="887413"/>
          </a:xfrm>
          <a:prstGeom prst="roundRect">
            <a:avLst>
              <a:gd name="adj" fmla="val 8107"/>
            </a:avLst>
          </a:prstGeom>
          <a:solidFill>
            <a:srgbClr val="E2E3E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722" y="4834930"/>
            <a:ext cx="214109" cy="1712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8078" y="4727476"/>
            <a:ext cx="5061816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proposta une automação em lote, lógica de programação e interface web em um único sistema integrado.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752064" y="1459508"/>
            <a:ext cx="4907733" cy="4706938"/>
          </a:xfrm>
          <a:prstGeom prst="roundRect">
            <a:avLst>
              <a:gd name="adj" fmla="val 2620"/>
            </a:avLst>
          </a:prstGeom>
          <a:solidFill>
            <a:srgbClr val="5B5F72">
              <a:alpha val="9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923311" y="1614686"/>
            <a:ext cx="456523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Tecnologias Utilizadas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923311" y="2056904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23311" y="2328962"/>
            <a:ext cx="4565238" cy="1905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11" name="Text 8"/>
          <p:cNvSpPr/>
          <p:nvPr/>
        </p:nvSpPr>
        <p:spPr>
          <a:xfrm>
            <a:off x="6923311" y="2452687"/>
            <a:ext cx="456523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Scripts .bat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923311" y="2875459"/>
            <a:ext cx="456523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Comandos nativos do Windows para execução de tarefas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923311" y="3420269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23311" y="3675261"/>
            <a:ext cx="4565238" cy="1905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15" name="Text 12"/>
          <p:cNvSpPr/>
          <p:nvPr/>
        </p:nvSpPr>
        <p:spPr>
          <a:xfrm>
            <a:off x="6923311" y="3816052"/>
            <a:ext cx="456523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Python + Flask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923311" y="4238823"/>
            <a:ext cx="456523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Servidor local que processa lógica e gera os scripts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923311" y="4783634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923311" y="5021461"/>
            <a:ext cx="4565238" cy="19050"/>
          </a:xfrm>
          <a:prstGeom prst="rect">
            <a:avLst/>
          </a:prstGeom>
          <a:solidFill>
            <a:srgbClr val="5B5F72"/>
          </a:solidFill>
          <a:ln/>
        </p:spPr>
      </p:sp>
      <p:sp>
        <p:nvSpPr>
          <p:cNvPr id="19" name="Text 16"/>
          <p:cNvSpPr/>
          <p:nvPr/>
        </p:nvSpPr>
        <p:spPr>
          <a:xfrm>
            <a:off x="6923311" y="5179417"/>
            <a:ext cx="456523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HTML / CSS / JS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923311" y="5602188"/>
            <a:ext cx="456523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Interface web com painel de controle por abas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7424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Arquitetura do Sistema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94835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AutomaLab segue um fluxo de comunicação claro e bem definido entre camadas: do navegador até o sistema operacional Windows e de volta ao usuário.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3068241"/>
            <a:ext cx="6296860" cy="27154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58589" y="3128652"/>
            <a:ext cx="6246402" cy="26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Cada camada tem responsabilidade única: o navegador coleta configurações, o JavaScript transmite via </a:t>
            </a:r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fetch()</a:t>
            </a:r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o Python executa a lógica de negócio no Windows, e o servidor grava logs detalhados com data e hora antes de devolver o resultado ao usuário.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4489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Os 5 Módulos do AutomaLab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85094"/>
            <a:ext cx="11478330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Cada grupo desenvolveu módulos específicos. Juntos, cobrem o ciclo completo de administração automatizada de um ambiente Windows.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36527"/>
            <a:ext cx="1145948" cy="7082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594769"/>
            <a:ext cx="26046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Organizador de Arquivos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2902049"/>
            <a:ext cx="2604625" cy="937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Classifica e move arquivos automaticamente por tipo/extensão para pastas organizadas.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115" y="1736527"/>
            <a:ext cx="1146047" cy="7083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16115" y="2594868"/>
            <a:ext cx="26047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Backup Automatizado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3416115" y="2902148"/>
            <a:ext cx="2604725" cy="937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Copia arquivos importantes verificando data de modificação para evitar duplicatas desnecessárias.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55" y="1736527"/>
            <a:ext cx="1145948" cy="7082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70855" y="2594769"/>
            <a:ext cx="26046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Monitor do Sistema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170855" y="2902049"/>
            <a:ext cx="2604625" cy="937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Gera relatório completo de disco, memória RAM e processos em execução.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5495" y="1736527"/>
            <a:ext cx="1146047" cy="7083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25495" y="2594868"/>
            <a:ext cx="26047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Faxineiro Digital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8925495" y="2902148"/>
            <a:ext cx="2604725" cy="937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Remove arquivos temporários e logs antigos, liberando espaço em disco com segurança.</a:t>
            </a:r>
            <a:endParaRPr lang="en-US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080073"/>
            <a:ext cx="1145948" cy="70822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4938316"/>
            <a:ext cx="26046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Central de Relatórios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661475" y="5245596"/>
            <a:ext cx="2604625" cy="937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550"/>
              </a:spcAft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Consolida os logs gerados por todos os módulos e produz um relatório final unificado.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3355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Estrutura de Arquivos do Projeto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544499" y="1370310"/>
            <a:ext cx="4906939" cy="4834334"/>
          </a:xfrm>
          <a:prstGeom prst="roundRect">
            <a:avLst>
              <a:gd name="adj" fmla="val 2419"/>
            </a:avLst>
          </a:prstGeom>
          <a:solidFill>
            <a:srgbClr val="5B5F72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6916" y="1509812"/>
            <a:ext cx="458210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Organização da Pasta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6916" y="1920577"/>
            <a:ext cx="4582105" cy="3702943"/>
          </a:xfrm>
          <a:prstGeom prst="roundRect">
            <a:avLst>
              <a:gd name="adj" fmla="val 1842"/>
            </a:avLst>
          </a:prstGeom>
          <a:solidFill>
            <a:srgbClr val="686C7F"/>
          </a:solidFill>
          <a:ln/>
        </p:spPr>
      </p:sp>
      <p:sp>
        <p:nvSpPr>
          <p:cNvPr id="6" name="Text 4"/>
          <p:cNvSpPr/>
          <p:nvPr/>
        </p:nvSpPr>
        <p:spPr>
          <a:xfrm>
            <a:off x="901777" y="2082998"/>
            <a:ext cx="4192383" cy="3378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AutomaLab/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teste.bat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style.css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script.js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servidor.py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gerador_bat.py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organizador.py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backup.py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monitor.py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faxineiro.py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relatorios.py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logs/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737081" y="1509812"/>
            <a:ext cx="5799489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Responsabilidade de Cada Arquivo</a:t>
            </a:r>
            <a:endParaRPr lang="en-US" sz="1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8032" y="1901527"/>
            <a:ext cx="5818538" cy="9145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37598" y="1920577"/>
            <a:ext cx="559897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servidor.py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937598" y="2313880"/>
            <a:ext cx="5598972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Núcleo do sistema — servidor Flask que recebe requisições e roteia para o módulo correto.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8032" y="3057128"/>
            <a:ext cx="5818538" cy="9272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37598" y="3076178"/>
            <a:ext cx="559897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gerador_bat.py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937598" y="3469481"/>
            <a:ext cx="5598972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Cria dinamicamente um arquivo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.bat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específico para cada módulo executado.</a:t>
            </a:r>
            <a:endParaRPr lang="en-US" sz="12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8032" y="4225429"/>
            <a:ext cx="5818538" cy="6857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37598" y="4244479"/>
            <a:ext cx="559897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script.js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5937598" y="4637782"/>
            <a:ext cx="5598972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Interface com o usuário — coleta parâmetros e envia ao servidor via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fetch()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8032" y="5152132"/>
            <a:ext cx="5818538" cy="91459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37598" y="5171182"/>
            <a:ext cx="5598972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logs/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5937598" y="5564485"/>
            <a:ext cx="5598972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Diretório compartilhado onde todos os módulos gravam registros com data e hora.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83332"/>
            <a:ext cx="6296860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Lógica dos Módulos: Sequência, Decisão e Repetição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233360" y="2060277"/>
            <a:ext cx="629686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Todos os módulos do AutomaLab aplicam os três pilares fundamentais da lógica de programação, tornando os scripts robustos e adaptáveis a diferentes cenários.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2738140"/>
            <a:ext cx="3073422" cy="1975148"/>
          </a:xfrm>
          <a:prstGeom prst="roundRect">
            <a:avLst>
              <a:gd name="adj" fmla="val 3580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7981" y="2912765"/>
            <a:ext cx="272418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Sequência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407981" y="3265686"/>
            <a:ext cx="2724181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Passos executados em ordem definida. Ex.: abrir pasta → listar arquivos → mover para destino → gravar log.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56699" y="2738140"/>
            <a:ext cx="3073522" cy="1975148"/>
          </a:xfrm>
          <a:prstGeom prst="roundRect">
            <a:avLst>
              <a:gd name="adj" fmla="val 3580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31319" y="2912765"/>
            <a:ext cx="272428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Decisão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631319" y="3265686"/>
            <a:ext cx="2724280" cy="1272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Validações com </a:t>
            </a:r>
            <a:pPr algn="l" indent="0" marL="0">
              <a:lnSpc>
                <a:spcPct val="126000"/>
              </a:lnSpc>
              <a:buNone/>
            </a:pPr>
            <a:r>
              <a:rPr lang="en-US" sz="130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se… então… senão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Ex.: o Organizador decide a pasta de destino pela extensão do arquivo; o Backup compara a data de modificação antes de copiar.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33360" y="4863207"/>
            <a:ext cx="6296860" cy="1211362"/>
          </a:xfrm>
          <a:prstGeom prst="roundRect">
            <a:avLst>
              <a:gd name="adj" fmla="val 5837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07981" y="5037832"/>
            <a:ext cx="594761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Repetição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407981" y="5390753"/>
            <a:ext cx="5947618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Laços que percorrem coleções. Ex.: o Faxineiro itera sobre cada arquivo da pasta, verifica sua idade e decide se deve ser removido.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Integração: Um Sistema Único e Coeso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diferencial do AutomaLab está na integração total entre os cinco módulos — eles não funcionam isolados, mas como peças de um único ecossistema.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975335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6662738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Servidor Único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61475" y="6857603"/>
            <a:ext cx="5319083" cy="233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servidor.py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(Flask) recebe todas as requisições e roteia cada pedido para o módulo Python correto, centralizando o controle.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217487" y="6662738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Logs Compartilhados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487" y="6857603"/>
            <a:ext cx="5319083" cy="233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Central de Relatórios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(Grupo 3) consome os logs produzidos pelos outros quatro módulos, gerando uma visão consolidada de toda a automação.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75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Segurança em Primeiro Lugar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4623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AutomaLab foi desenvolvido com práticas rigorosas de segurança para evitar acidentes durante os testes e garantir que nenhum arquivo pessoal seja afetado.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63701"/>
            <a:ext cx="5339820" cy="17638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678112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Ambiente Isolado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3086795"/>
            <a:ext cx="4809409" cy="926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Todos os testes são realizados exclusivamente dentro de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C:\AutomaLabTeste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nunca apontando comandos para pastas do sistema ou arquivos pessoais.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463701"/>
            <a:ext cx="5339919" cy="17638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06305" y="2678112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Trava de Segurança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506305" y="3086795"/>
            <a:ext cx="48095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Faxineiro Digital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possui verificação que impede qualquer operação de limpeza fora da pasta de teste definida, bloqueando execuções acidentais.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416524"/>
            <a:ext cx="5339820" cy="17638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7479" y="4630936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Modo Simular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77479" y="5039618"/>
            <a:ext cx="48094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Todos os módulos oferecem a opção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"Simular"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que executa toda a lógica e exibe o que seria feito — sem mover, copiar ou apagar nenhum arquivo real.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4416524"/>
            <a:ext cx="5339919" cy="17638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06305" y="4630936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Restrição de Comandos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506305" y="5039618"/>
            <a:ext cx="4809509" cy="926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Os comandos críticos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nunca são direcionados a locais fora do diretório controlado pelo sistema.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891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Testes Realizados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469628"/>
            <a:ext cx="108687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Cada módulo foi submetido a três cenários de teste, garantindo comportamento correto tanto em condições normais quanto em situações de erro e borda. Todas as execuções foram registradas em log com data e hora.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66156"/>
            <a:ext cx="3500747" cy="31278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00230" y="2405658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72905" y="3010396"/>
            <a:ext cx="307788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Cenário Normal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72905" y="3410942"/>
            <a:ext cx="3077887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Arquivos presentes na pasta de teste foram processados com sucesso. Resultado exibido no painel e registrado em log com status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OK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5375" y="2266156"/>
            <a:ext cx="3500846" cy="31278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84130" y="2405658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556805" y="3010396"/>
            <a:ext cx="307798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Erro Esperado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556805" y="3410942"/>
            <a:ext cx="3077986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Pasta inexistente informada como destino. O sistema captura a exceção e exibe uma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mensagem amigável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ao usuário, sem travar ou exibir erro técnico bruto.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9374" y="2266156"/>
            <a:ext cx="3500747" cy="312787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68129" y="2405658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240804" y="3010396"/>
            <a:ext cx="307788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Cenário de Borda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40804" y="3410942"/>
            <a:ext cx="3077887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Pasta de origem completamente vazia. O módulo detecta a ausência de arquivos, registra o evento no log e informa o usuário sem executar operações desnecessárias.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61475" y="5600005"/>
            <a:ext cx="10868745" cy="736104"/>
          </a:xfrm>
          <a:prstGeom prst="roundRect">
            <a:avLst>
              <a:gd name="adj" fmla="val 10616"/>
            </a:avLst>
          </a:prstGeom>
          <a:solidFill>
            <a:srgbClr val="B6FCB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505" y="5863630"/>
            <a:ext cx="232563" cy="18603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66099" y="5829598"/>
            <a:ext cx="10687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Todos os cenários foram superados com tratamento de erros adequado e rastreabilidade completa via logs.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4023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Entregas e Conclusão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07120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Entregas do Projeto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1475" y="1797447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170" y="1851223"/>
            <a:ext cx="4761786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Pasta Completa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170" y="2225377"/>
            <a:ext cx="4761786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Todos os arquivos-fonte organizados e funcionais, prontos para execução.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1475" y="2942431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170" y="2996208"/>
            <a:ext cx="4761786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Documentação Técnica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170" y="3370362"/>
            <a:ext cx="4761786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Descrição da arquitetura, fluxos e decisões de implementação de cada módulo.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475" y="4087416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170" y="4141192"/>
            <a:ext cx="4761786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Manual do Usuário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170" y="4515346"/>
            <a:ext cx="4761786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Guia passo a passo para instalação, configuração e uso do painel web.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1475" y="5232400"/>
            <a:ext cx="352119" cy="352127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170" y="5286177"/>
            <a:ext cx="4761786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Esta Apresentação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170" y="5660330"/>
            <a:ext cx="4761786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Síntese visual do projeto para a disciplina de Administração de SO II.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0380" y="1277541"/>
            <a:ext cx="5468900" cy="4986338"/>
          </a:xfrm>
          <a:prstGeom prst="roundRect">
            <a:avLst>
              <a:gd name="adj" fmla="val 2260"/>
            </a:avLst>
          </a:prstGeom>
          <a:solidFill>
            <a:srgbClr val="5B5F72">
              <a:alpha val="9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36844" y="1407120"/>
            <a:ext cx="515597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 que o Projeto Demonstra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36844" y="1781274"/>
            <a:ext cx="5155972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AutomaLab prova que é possível integrar três mundos distintos em um sistema coeso e funcional: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36844" y="2355652"/>
            <a:ext cx="5155972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Automação em lote</a:t>
            </a:r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 scripts </a:t>
            </a:r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highlight>
                  <a:srgbClr val="686C7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.bat</a:t>
            </a:r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nativos do Windows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Processamento inteligente</a:t>
            </a:r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 Python — lógica, validações e geração dinâmica de scripts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Interface web moderna</a:t>
            </a:r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 HTML/CSS/JS e comunicação assíncrona via </a:t>
            </a:r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highlight>
                  <a:srgbClr val="686C7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fetch()</a:t>
            </a:r>
            <a:endParaRPr lang="en-US" sz="1200" dirty="0"/>
          </a:p>
          <a:p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Rastreabilidade total</a:t>
            </a:r>
            <a:pPr algn="l" marL="243840" indent="-243840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com logs, tratamento de erros e modo de simulação seguro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36844" y="4277816"/>
            <a:ext cx="5155972" cy="769144"/>
          </a:xfrm>
          <a:prstGeom prst="roundRect">
            <a:avLst>
              <a:gd name="adj" fmla="val 8548"/>
            </a:avLst>
          </a:prstGeom>
          <a:solidFill>
            <a:srgbClr val="373A48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3308" y="4481016"/>
            <a:ext cx="195654" cy="15646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845426" y="4433491"/>
            <a:ext cx="449092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Grupos 1, 2 e 3 — Administração de Sistemas Operacionais II · Módulo III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2026-09-17T22:26:11Z</dcterms:created>
  <dcterms:modified xsi:type="dcterms:W3CDTF">2026-09-17T22:26:11Z</dcterms:modified>
</cp:coreProperties>
</file>